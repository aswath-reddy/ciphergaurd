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CipherGuard</a:t>
            </a:r>
          </a:p>
          <a:p>
            <a:pPr>
              <a:defRPr sz="2000">
                <a:solidFill>
                  <a:srgbClr val="93C5FD"/>
                </a:solidFill>
              </a:defRPr>
            </a:pPr>
            <a:r>
              <a:t>A Policy-Aware Safety Router with Removal-Based Token Attribution for LLM Applications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Project Review 2: Software Requirements Specification (SRS) &amp; System Design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9966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70916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Keshav Memorial Institute of Technology (KMIT), Hyderabad • Department of CSE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Under the Guidance of: B. Shailesh</a:t>
            </a:r>
          </a:p>
          <a:p>
            <a:pPr>
              <a:defRPr sz="1300" b="1">
                <a:solidFill>
                  <a:srgbClr val="E2E8F0"/>
                </a:solidFill>
              </a:defRPr>
            </a:pPr>
            <a:r>
              <a:t>Team Members: Shreya Namdeo • Shashank Reddy Yasa • Adi Aswatha Reddy • B. Abhinav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Review 2: Scope &amp;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Software Requirements Specification (SRS)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Functional requirements (FR-1 to FR-5), non-functional constraints, and IEEE 830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System Design &amp; Architectural Patterns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Decoupled gateway pipeline, threat models, and sub-50ms inference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Class Diagram &amp; OOP Structure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Component hierarchy, polymorphism, and dynamic policy loader relationship.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01752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20040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Sequence Diagrams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End-to-end request routing, beam search attribution, and runtime policy hot-reloading.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84632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5. State Chart Diagram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Lifecycle state machine from input ingestion to fail-closed safety resolution.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66344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84632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800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6. Deployment Diagram &amp; Physical Topology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Process boundaries, ports (:8000, :8501), inference workers, and SQLite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Software Requirements: Functional Modules (FR-1 to FR-5)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FR-1: Dual-Surface Ingestion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Accepts direct user prompts (surface='direct')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Ingests indirect context: docs, tools, emails (surface='indirect')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Preserves provenance metadata across the routing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FR-2: Risk Scoring &amp; Ensembles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Ensembles Model Family A (TF-IDF+LogReg) &amp; Family B (MLP)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Optional zero-shot transformer scoring via DeBERTa-v3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Calibrated risk outputs: Jailbreak, Injection, PII, Tools, Hate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FR-3: Dynamic Policy Engine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JSON-configurable policy matrix (policy.json)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Runtime threshold hot-reloading with zero retraining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Hierarchical rule matching (surface-specific -&gt; wildcard *)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977639"/>
            <a:ext cx="42976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114799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FR-4: Removal-Based Attribution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Iterative beam search (k=5, L=6) on BLOCK or REVIEW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Identifies minimal token subset flipping decision to PASS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Computes delta score and generates sanitized safe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42976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799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FR-5: Audit Trail &amp; Interfaces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Persistent SQLite audit logging with WAL integrity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FastAPI REST endpoints (/route, /policy, /logs, /explain)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Interactive Streamlit web dashboard for administration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Software Requirements: Non-Functional Requirements (NFR)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NFR-1: Performance &amp; Low Latency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Lightweight classifier routing must complete in &lt;= 50ms.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Removal beam search attribution completes in &lt;= 400ms for typical inputs (&lt;= 60 tokens).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Zero latency overhead added to benign prompts (attribution runs strictly on flagged inputs).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NFR-2: Security &amp; Fail-Closed Integrity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Strict Pydantic schema validation on all dynamic policy updates.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Parameterized SQLite statements to mitigate internal injection risks.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Fail-closed architecture: unhandled classifier exceptions default to BLOCK.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NFR-3: Reliability &amp; High Availability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Atomic hot-reloading ensures 99.9% uptime during runtime policy edits.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File-watcher fallback protects system from corrupted or malformed policy JSON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2336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NFR-4: Auditability &amp; Explainability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Every routing transaction logs inputs, risk vectors, rule evaluations, and latency.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Contrastive explanations expose minimal trigger tokens and delta risk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Design: Layered Architecture &amp; Subsystems</a:t>
            </a:r>
          </a:p>
        </p:txBody>
      </p:sp>
      <p:pic>
        <p:nvPicPr>
          <p:cNvPr id="5" name="Picture 4" descr="system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766560" cy="38221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37160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554480"/>
            <a:ext cx="3291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Key Architectural Highlights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Gateway Pattern: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Intercepts direct &amp; indirect inputs before generative LLM execution.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Score Fusion: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Ensembles lexical (TF-IDF), dense neural (MLP), and transformer (DeBERTa-v3) classifiers.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Decoupled Policy: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Decouples threshold policies from model weights—no retraining required for policy changes.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Conditional Search: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Beam search attribution activates exclusively on BLOCK/REVIEW decisions.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Audit Persistence: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All decisions and contrastive rationale are committed to SQLite WAL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Design: Object-Oriented Class Diagram</a:t>
            </a:r>
          </a:p>
        </p:txBody>
      </p:sp>
      <p:pic>
        <p:nvPicPr>
          <p:cNvPr id="5" name="Picture 4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8606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Class Design Notes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• Polymorphic Classifiers: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BaseClassifier enforces predict_proba() contract across ModelFamilyA, ModelFamilyB, and DebertaClassifier.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• Risk Aggregation: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RiskAggregator fuses model predictions using calibrated weighting.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• Policy &amp; Decision: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DecisionEngine evaluates fused scores against PolicyLoader cached rules.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• Core Orchestrator: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CipherGuardRouter orchestrates ingestion, classification, policy check, attribution, and audit logging.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• Audit Trail: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AuditLogger persists decision records and sanitized texts to SQLite.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Design: End-to-End Sequence Diagram</a:t>
            </a:r>
          </a:p>
        </p:txBody>
      </p:sp>
      <p:pic>
        <p:nvPicPr>
          <p:cNvPr id="5" name="Picture 4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8606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Sequence Execution Steps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1. Ingestion: Client submits query marked with surface provenance.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2. Scoring: Classifiers generate multi-dimensional risk scores.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3. Policy Check: DecisionEngine matches scores against policy rules.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4. Conditional Attribution: If BLOCK or REVIEW, beam search finds minimal flip tokens.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5. Sanitization: System excises offending words into a clean variant.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6. Audit &amp; Response: All metrics logged to SQLite before returning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Design: Dynamic Policy Hot-Reloading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The Zero-Retraining Paradigm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Base Paper Limitation (Llama Guard)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Llama Guard fixes decision boundaries inside model weights. Changing a safety rule or adjusting sensitivity requires fine-tuning and redeployment.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CipherGuard Innovation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Decouples classifier probabilities from organizational thresholds stored in an external JSON policy matrix.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Hot-Reload Mechanism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PolicyLoader validates updates via Pydantic and applies threshold changes in memory immediately.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Zero Downtime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Allows live security teams to tighten or loosen moderation policies on the fly without rebooting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Hot-Reload Interaction Flow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Step 1: Admin PUT /policy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   Administrator sends updated JSON payload specifying new threshold (e.g., Jailbreak threshold 0.45 -&gt; 0.35).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Step 2: Pydantic Validation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   FastAPI validates the schema against PolicyConfig schema; rejects malformed requests immediately.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Step 3: Atomic Disk Write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   PolicyLoader commits new JSON configuration to disk atomically.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Step 4: Cache Update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   Internal cached_config and last_mtime timestamps update synchronously.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Step 5: Immediate Effect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   The next request entering route() evaluates against the newly loaded threshold with zero restart.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Design: Prompt Lifecycle State Chart Diagram</a:t>
            </a:r>
          </a:p>
        </p:txBody>
      </p:sp>
      <p:pic>
        <p:nvPicPr>
          <p:cNvPr id="5" name="Picture 4" descr="statechar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6017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State Lifecycle Description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• Ingestion State: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Tags surface provenance (direct vs indirect) and normalizes input text.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• Classification State: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Computes multi-dimensional risk scores via ensemble prediction.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• Policy Evaluation State: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Compares risk vector against active policy thresholds.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• Allow State: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Clears benign prompts directly to downstream LLM agent.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• Flagged State: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Conducts beam search over token removals, computes delta score, and sanitizes input.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• Error State: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Fails closed to safety block if unhandled exceptions occur.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Design: Physical Deployment Diagram</a:t>
            </a:r>
          </a:p>
        </p:txBody>
      </p:sp>
      <p:pic>
        <p:nvPicPr>
          <p:cNvPr id="5" name="Picture 4" descr="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7275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Deployment Architecture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• Presentation Layer: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Streamlit UI on Port 8501 for interactive testing and policy tuning.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• API Gateway Layer: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FastAPI / Uvicorn on Port 8000 handling high-throughput REST calls.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• Inference Tier: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GPU/CPU workers running Model Family A, Family B, and DeBERTa-v3.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• Persistence Tier: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policy.json for live rules; SQLite with WAL mode for audit logging.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• Reverse Proxy: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Nginx handles TLS termination and traffic routing.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Implementation Verification: Traceability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926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SRS Requirement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371600"/>
            <a:ext cx="32918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447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System Design 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371600"/>
            <a:ext cx="24688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44475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Codebase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1371600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4447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Verification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7452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FR-1: Dual-Surface 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87452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19659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Ingestion Layer (DirectInput / IndirectInput)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87452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src/ingestion/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8745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9659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Verified (tests/test_router.py)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43200"/>
            <a:ext cx="29260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8346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FR-2: Multi-Model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743200"/>
            <a:ext cx="32918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8346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ModelFamilyA, ModelFamilyB, DeBERTa-v3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743200"/>
            <a:ext cx="24688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8346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src/classification/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74320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8346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Verified (tests/test_classification.py)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61188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033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FR-3: Dynamic Policy Matrix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61188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37033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PolicyLoader, DecisionEngine (Hot-Reload)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1188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37033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src/policy/, policy/policy.json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36118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37033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Verified (tests/test_policy_engine.py)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480559"/>
            <a:ext cx="29260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57199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FR-4: Removal Token Attribution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480559"/>
            <a:ext cx="32918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457199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run_removal_beam_search, ContrastiveExplanation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4480559"/>
            <a:ext cx="24688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457199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src/attribution/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4480559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57199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Verified (tests/test_attribution.py)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349239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44067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FR-5: Audit Store &amp; REST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5349239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544067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AuditLogger (SQLite WAL), FastAPI (/route)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5349239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544067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src/logging_store.py, api/main.py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5349239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0" y="544067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Verified (FastAPI /route &amp; /logs)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CIPHERGUARD •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 &amp; Next Steps for Project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Deliverables Completed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1. Software Requirements Specification (SRS) written following IEEE 830 standards.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2. System Design Architecture detailing the 5 decoupled sub-pipelines.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3. Complete UML Diagrams: Class, Sequence (Routing &amp; Hot-Reload), State Chart, and Deployment diagrams.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4. Full test suite passing with 100% success (13/13 unit &amp; integration tests).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5. Interactive demonstration environment ready via Streamlit (:8501) and FastAPI (:8000).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Live Demo &amp; Future Milestones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• Live Demonstration: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1. Submit a direct jailbreak attempt -&gt; inspect BLOCK &amp; minimal tokens removed.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2. Update threshold dynamically via PUT /policy -&gt; verify instant policy shift.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3. Ingest indirect document attack -&gt; observe decoupled surface calibration.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• Phase 3 Planned Enhancements: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1. Large-scale benchmark evaluation (InjecAgent &amp; AgentDojo).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2. Batched beam search GPU acceleration to push attribution under 100ms.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3. Multi-turn conversation state tracking and output moderation.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